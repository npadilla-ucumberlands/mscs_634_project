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28" r:id="rId4"/>
  </p:sldMasterIdLst>
  <p:notesMasterIdLst>
    <p:notesMasterId r:id="rId13"/>
  </p:notesMasterIdLst>
  <p:handoutMasterIdLst>
    <p:handoutMasterId r:id="rId14"/>
  </p:handoutMasterIdLst>
  <p:sldIdLst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1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9" autoAdjust="0"/>
    <p:restoredTop sz="94630"/>
  </p:normalViewPr>
  <p:slideViewPr>
    <p:cSldViewPr showGuides="1">
      <p:cViewPr varScale="1">
        <p:scale>
          <a:sx n="77" d="100"/>
          <a:sy n="77" d="100"/>
        </p:scale>
        <p:origin x="267" y="3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1892"/>
    </p:cViewPr>
  </p:sorterViewPr>
  <p:notesViewPr>
    <p:cSldViewPr>
      <p:cViewPr varScale="1">
        <p:scale>
          <a:sx n="90" d="100"/>
          <a:sy n="90" d="100"/>
        </p:scale>
        <p:origin x="292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932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29814657-813A-4D7B-A2F8-E573BA1645D3}" type="datetime1">
              <a:rPr lang="en-US" smtClean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746828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34984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985492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4/26/2026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60463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4/26/2026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57335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20C69-CB4E-44F7-A408-67C55627795C}" type="datetime1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343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4/26/2026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20853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A1522-8F1E-408E-ABA2-6F5B206582B8}" type="datetime1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844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9A776-5AE6-4251-8560-C6066D0B46D6}" type="datetime1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0042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22007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50796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685800"/>
            <a:ext cx="10055354" cy="400740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29A3647E-D38D-4EA6-ADC1-75AA53F89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27002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F44E88-89D9-49CC-9E37-1AF77A031198}" type="datetime1">
              <a:rPr lang="en-US" smtClean="0"/>
              <a:t>4/26/2026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0459DEE-913E-5261-4E77-AF3657E3AE0B}"/>
              </a:ext>
            </a:extLst>
          </p:cNvPr>
          <p:cNvSpPr/>
          <p:nvPr/>
        </p:nvSpPr>
        <p:spPr>
          <a:xfrm>
            <a:off x="11250895" y="4648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2F9BC4F-9D44-3587-056B-336E1457A6E2}"/>
              </a:ext>
            </a:extLst>
          </p:cNvPr>
          <p:cNvSpPr/>
          <p:nvPr/>
        </p:nvSpPr>
        <p:spPr>
          <a:xfrm>
            <a:off x="685800" y="4998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09D5EC-E7EA-22BC-7C88-C33F509CB5CF}"/>
              </a:ext>
            </a:extLst>
          </p:cNvPr>
          <p:cNvSpPr/>
          <p:nvPr/>
        </p:nvSpPr>
        <p:spPr>
          <a:xfrm>
            <a:off x="10998565" y="4730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98E9758-F942-96A0-231D-A25933E4CA82}"/>
              </a:ext>
            </a:extLst>
          </p:cNvPr>
          <p:cNvSpPr/>
          <p:nvPr/>
        </p:nvSpPr>
        <p:spPr>
          <a:xfrm>
            <a:off x="10976145" y="4730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9984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2C6C0090-085A-1FB3-B3B7-D8DA73A12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172" y="4419600"/>
            <a:ext cx="10963657" cy="135224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6834447-947D-F9FA-98D1-8BF0FC477A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172" y="5943600"/>
            <a:ext cx="10963657" cy="6096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573ACD2-30C7-6922-D14F-66F23CBA377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41148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385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A813B312-A2CE-16E4-D28B-8DDFF5527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6746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4846D76D-B1D3-9330-420A-6ED740BDB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67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25">
            <a:extLst>
              <a:ext uri="{FF2B5EF4-FFF2-40B4-BE49-F238E27FC236}">
                <a16:creationId xmlns:a16="http://schemas.microsoft.com/office/drawing/2014/main" id="{982E949F-6B9B-8268-EB83-127C78D4350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6746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35138" y="6343955"/>
            <a:ext cx="14589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3DFFD80-41C6-4EAA-B049-EE90EA550127}" type="datetime1">
              <a:rPr lang="en-US" smtClean="0"/>
              <a:t>4/26/2026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D53745E-5DC2-F332-24A5-4F8F509E820B}"/>
              </a:ext>
            </a:extLst>
          </p:cNvPr>
          <p:cNvCxnSpPr/>
          <p:nvPr userDrawn="1"/>
        </p:nvCxnSpPr>
        <p:spPr>
          <a:xfrm>
            <a:off x="4479797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702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4076" y="685801"/>
            <a:ext cx="4872227" cy="27432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552" y="5277548"/>
            <a:ext cx="4873752" cy="89463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4A0A082-71CB-3C57-3B74-102869C0CA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2552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18883" y="6343955"/>
            <a:ext cx="147516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44210B3C-79E3-495A-B2C3-EF766F409D04}" type="datetime1">
              <a:rPr lang="en-US" smtClean="0"/>
              <a:t>4/26/2026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373E34-3B51-EAD4-B8AB-256ACA4B8D8C}"/>
              </a:ext>
            </a:extLst>
          </p:cNvPr>
          <p:cNvCxnSpPr>
            <a:cxnSpLocks/>
          </p:cNvCxnSpPr>
          <p:nvPr userDrawn="1"/>
        </p:nvCxnSpPr>
        <p:spPr>
          <a:xfrm>
            <a:off x="6704076" y="4876800"/>
            <a:ext cx="487375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4860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2BC951B-4746-1854-C399-682CFE142A50}"/>
              </a:ext>
            </a:extLst>
          </p:cNvPr>
          <p:cNvCxnSpPr/>
          <p:nvPr userDrawn="1"/>
        </p:nvCxnSpPr>
        <p:spPr>
          <a:xfrm>
            <a:off x="612646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6" y="6338703"/>
            <a:ext cx="207048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887367" y="6338703"/>
            <a:ext cx="139257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6235515-DA3D-4D9A-9B02-44E2CBD9110F}" type="datetime1">
              <a:rPr lang="en-US" smtClean="0"/>
              <a:t>4/26/2026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279945" y="6342301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E193964F-665E-F49A-D553-C01524CDE0C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302749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963613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384F42E-A74C-773B-7B96-F942975CEC14}"/>
              </a:ext>
            </a:extLst>
          </p:cNvPr>
          <p:cNvSpPr/>
          <p:nvPr/>
        </p:nvSpPr>
        <p:spPr>
          <a:xfrm>
            <a:off x="11250895" y="5144929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441727F-19A3-14E1-5EAC-C550CEB6A0D1}"/>
              </a:ext>
            </a:extLst>
          </p:cNvPr>
          <p:cNvSpPr/>
          <p:nvPr/>
        </p:nvSpPr>
        <p:spPr>
          <a:xfrm>
            <a:off x="685800" y="5495424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38F4BC9-7EC1-BB35-827A-12F5DE411031}"/>
              </a:ext>
            </a:extLst>
          </p:cNvPr>
          <p:cNvSpPr/>
          <p:nvPr/>
        </p:nvSpPr>
        <p:spPr>
          <a:xfrm>
            <a:off x="10998565" y="5227361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4B01422-D65E-4B59-B62B-467B2E896592}"/>
              </a:ext>
            </a:extLst>
          </p:cNvPr>
          <p:cNvSpPr/>
          <p:nvPr/>
        </p:nvSpPr>
        <p:spPr>
          <a:xfrm>
            <a:off x="10976145" y="5227366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1600200"/>
            <a:ext cx="10483927" cy="349287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9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931314"/>
            <a:ext cx="10483927" cy="816864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234111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234111"/>
            <a:ext cx="2875064" cy="365125"/>
          </a:xfrm>
        </p:spPr>
        <p:txBody>
          <a:bodyPr>
            <a:noAutofit/>
          </a:bodyPr>
          <a:lstStyle/>
          <a:p>
            <a:fld id="{852BD0B2-E7A7-4B81-8BAF-4B92BD6A4310}" type="datetime1">
              <a:rPr lang="en-US" smtClean="0"/>
              <a:t>4/26/2026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234111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Line">
            <a:extLst>
              <a:ext uri="{FF2B5EF4-FFF2-40B4-BE49-F238E27FC236}">
                <a16:creationId xmlns:a16="http://schemas.microsoft.com/office/drawing/2014/main" id="{92FB147E-E273-E8B6-AD8E-67F305FC22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71802" y="4038600"/>
            <a:ext cx="10923934" cy="74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931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8BBA50F-B667-1177-26B1-7D22AB66A6BE}"/>
              </a:ext>
            </a:extLst>
          </p:cNvPr>
          <p:cNvSpPr/>
          <p:nvPr/>
        </p:nvSpPr>
        <p:spPr>
          <a:xfrm>
            <a:off x="11250895" y="464515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CABC7F5-2293-EB7F-52E5-80715C8DB858}"/>
              </a:ext>
            </a:extLst>
          </p:cNvPr>
          <p:cNvSpPr/>
          <p:nvPr/>
        </p:nvSpPr>
        <p:spPr>
          <a:xfrm>
            <a:off x="685800" y="499564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A8C943-7CF3-88D6-95B0-95E7B412DE0F}"/>
              </a:ext>
            </a:extLst>
          </p:cNvPr>
          <p:cNvSpPr/>
          <p:nvPr/>
        </p:nvSpPr>
        <p:spPr>
          <a:xfrm>
            <a:off x="10998565" y="472758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FB0A8E7-2867-2D3A-F6B7-15ED02236CE8}"/>
              </a:ext>
            </a:extLst>
          </p:cNvPr>
          <p:cNvSpPr/>
          <p:nvPr/>
        </p:nvSpPr>
        <p:spPr>
          <a:xfrm>
            <a:off x="10976145" y="472758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31536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0E657DB-59AB-47CC-B4C7-A245A3C76BB1}" type="datetime1">
              <a:rPr lang="en-US" smtClean="0"/>
              <a:t>4/26/2026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53A7BE5-EAB2-BB8C-D7FC-D78B8A5AF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8"/>
            <a:ext cx="10058400" cy="335584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393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FADE904-3C65-5E48-6B12-22998C2ADF5E}"/>
              </a:ext>
            </a:extLst>
          </p:cNvPr>
          <p:cNvSpPr/>
          <p:nvPr/>
        </p:nvSpPr>
        <p:spPr>
          <a:xfrm>
            <a:off x="11250895" y="217232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16963C8-87F3-6B42-F30F-1915935FA752}"/>
              </a:ext>
            </a:extLst>
          </p:cNvPr>
          <p:cNvSpPr/>
          <p:nvPr/>
        </p:nvSpPr>
        <p:spPr>
          <a:xfrm>
            <a:off x="685800" y="252281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F0C119A-1D9E-D43F-8A7E-D24C1B551326}"/>
              </a:ext>
            </a:extLst>
          </p:cNvPr>
          <p:cNvSpPr/>
          <p:nvPr/>
        </p:nvSpPr>
        <p:spPr>
          <a:xfrm>
            <a:off x="10998565" y="225475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2018CE4-7594-0746-8B7E-8DEC95CB8822}"/>
              </a:ext>
            </a:extLst>
          </p:cNvPr>
          <p:cNvSpPr/>
          <p:nvPr/>
        </p:nvSpPr>
        <p:spPr>
          <a:xfrm>
            <a:off x="10976145" y="225475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185" y="685800"/>
            <a:ext cx="9141415" cy="1532788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185" y="2958705"/>
            <a:ext cx="9141415" cy="3213494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 marL="914400" indent="0"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96A40708-E793-490B-9201-425C8D1F325C}" type="datetime1">
              <a:rPr lang="en-US" smtClean="0"/>
              <a:t>4/26/2026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324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685800"/>
            <a:ext cx="5480304" cy="1818050"/>
          </a:xfrm>
        </p:spPr>
        <p:txBody>
          <a:bodyPr anchor="t">
            <a:noAutofit/>
          </a:bodyPr>
          <a:lstStyle>
            <a:lvl1pPr>
              <a:defRPr sz="90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AF861DB-D5EF-3FC9-7595-570C8498D7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7725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3189770"/>
            <a:ext cx="5480304" cy="2982429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9C1A172-F829-D2DE-BDB2-B86E6ACE1886}"/>
              </a:ext>
            </a:extLst>
          </p:cNvPr>
          <p:cNvCxnSpPr>
            <a:cxnSpLocks/>
          </p:cNvCxnSpPr>
          <p:nvPr userDrawn="1"/>
        </p:nvCxnSpPr>
        <p:spPr>
          <a:xfrm>
            <a:off x="6095999" y="2743200"/>
            <a:ext cx="54772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343955"/>
            <a:ext cx="298540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>
            <a:noAutofit/>
          </a:bodyPr>
          <a:lstStyle/>
          <a:p>
            <a:fld id="{C1968991-530B-4F8D-80FE-2192BD2DD5A5}" type="datetime1">
              <a:rPr lang="en-US" smtClean="0"/>
              <a:t>4/26/2026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0176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824824"/>
            <a:ext cx="6397753" cy="1527976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3505200"/>
            <a:ext cx="4568953" cy="164519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23477E6-5CE8-4544-92C7-AEB7D166FD7D}" type="datetime1">
              <a:rPr lang="en-US" smtClean="0"/>
              <a:t>4/26/2026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89251BE-373D-9B13-B9E2-73DFEBE40118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98E032-CDEE-AA9B-44A7-CE5EBB6948C0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C778913-9F6C-8FDD-B123-16048004EC56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6283179-133D-0E64-C08A-4D59C8B2F9D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455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85B71F7-9EDC-DB6C-D713-7ACE3A2EADC0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842DDA-AD76-0064-2B85-CB145F4CE540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E58AC6-620E-20FA-E8F5-375DA2977A43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EA14E2E-5098-2800-A72C-138A5840365C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685800"/>
            <a:ext cx="3652523" cy="410246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5500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59F5542-E2F9-4DC1-8AB7-8E5D8714BD21}" type="datetime1">
              <a:rPr lang="en-US" smtClean="0"/>
              <a:t>4/26/2026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24172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81EABF-B6BB-1FBF-962C-A6A6C8C2418A}"/>
              </a:ext>
            </a:extLst>
          </p:cNvPr>
          <p:cNvCxnSpPr/>
          <p:nvPr userDrawn="1"/>
        </p:nvCxnSpPr>
        <p:spPr>
          <a:xfrm>
            <a:off x="612647" y="2359152"/>
            <a:ext cx="633679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4"/>
            <a:ext cx="6391374" cy="1371996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3" y="2742645"/>
            <a:ext cx="6391247" cy="3429551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774" y="6346865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886895" y="6346865"/>
            <a:ext cx="1607270" cy="365125"/>
          </a:xfrm>
        </p:spPr>
        <p:txBody>
          <a:bodyPr>
            <a:noAutofit/>
          </a:bodyPr>
          <a:lstStyle/>
          <a:p>
            <a:fld id="{DD3D21CC-B9C8-49F6-ADE7-6BF4A546A74E}" type="datetime1">
              <a:rPr lang="en-US" smtClean="0"/>
              <a:t>4/26/2026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530932" y="634686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35EC8126-6431-465A-8AC3-0118DD8825B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31546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85427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3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D2B02E8B-EB97-8158-B585-0E0E95CF40C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303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724397" y="6343954"/>
            <a:ext cx="3422906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>
            <a:noAutofit/>
          </a:bodyPr>
          <a:lstStyle/>
          <a:p>
            <a:fld id="{40723AE1-14A9-42B1-9F02-B524DA830762}" type="datetime1">
              <a:rPr lang="en-US" smtClean="0"/>
              <a:t>4/26/2026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6216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685800"/>
            <a:ext cx="4561665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EEFBBBB-A526-5A93-34B8-A377087586A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20736" y="2286000"/>
            <a:ext cx="4561665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20736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75067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2240801-1142-4411-9AA3-00BC0B3F40DA}" type="datetime1">
              <a:rPr lang="en-US" smtClean="0"/>
              <a:t>4/26/2026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992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72002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599" y="2286000"/>
            <a:ext cx="4561666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3C6055EC-0CB7-A026-AE8C-74A36F768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599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AE86096B-57D4-1243-A86D-1D5E7DC3A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63930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CFA9782-9FBA-47E1-A36A-E75622F7046E}" type="datetime1">
              <a:rPr lang="en-US" smtClean="0"/>
              <a:t>4/26/2026</a:t>
            </a:fld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A98A8E55-200E-96B4-1462-6DA457A2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5959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48233842-32AB-C53C-CA20-8101D4E63DC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801536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4704537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8" y="685800"/>
            <a:ext cx="3364992" cy="1996301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698" y="2880360"/>
            <a:ext cx="3364992" cy="323485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Footer Placeholder 8">
            <a:extLst>
              <a:ext uri="{FF2B5EF4-FFF2-40B4-BE49-F238E27FC236}">
                <a16:creationId xmlns:a16="http://schemas.microsoft.com/office/drawing/2014/main" id="{C119522C-433C-CA02-AD5B-2ABB39A4162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8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76C67AD-99A1-8DF0-C332-BB3E0C53717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27759" y="6343955"/>
            <a:ext cx="922372" cy="365125"/>
          </a:xfrm>
        </p:spPr>
        <p:txBody>
          <a:bodyPr>
            <a:noAutofit/>
          </a:bodyPr>
          <a:lstStyle/>
          <a:p>
            <a:fld id="{AAA916C4-9175-479B-9610-7E06A2EDFEE0}" type="datetime1">
              <a:rPr lang="en-US" smtClean="0"/>
              <a:t>4/26/2026</a:t>
            </a:fld>
            <a:endParaRPr lang="en-US" dirty="0"/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C8D2CF7B-FF7A-7960-DB96-2B1846DA41A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0131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B08A763A-F1F9-D459-6C34-39765662759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7856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196436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0" y="685800"/>
            <a:ext cx="2748115" cy="2743200"/>
          </a:xfrm>
          <a:noFill/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487E718-4223-B4DB-C92A-99E891E642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9200" y="3703320"/>
            <a:ext cx="2743201" cy="2476061"/>
          </a:xfrm>
          <a:noFill/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9200" y="6343955"/>
            <a:ext cx="1404460" cy="365125"/>
          </a:xfrm>
          <a:noFill/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AD2788-6390-4160-9542-0F1C554F0165}" type="datetime1">
              <a:rPr lang="en-US" smtClean="0"/>
              <a:t>4/26/2026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noFill/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4980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685800"/>
            <a:ext cx="2748114" cy="27432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91" y="3703320"/>
            <a:ext cx="2743200" cy="247606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644F6AEF-CB45-AC6F-F205-7AB277670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697" y="6343955"/>
            <a:ext cx="140446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980DDA2F-B408-A7AF-463F-3F6ED55C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69019" y="6343955"/>
            <a:ext cx="85457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E6CDFB-328D-4B9A-B955-967B0C6194A8}" type="datetime1">
              <a:rPr lang="en-US" smtClean="0"/>
              <a:t>4/26/2026</a:t>
            </a:fld>
            <a:endParaRPr lang="en-US" dirty="0"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9C6A3F52-E7A3-B732-2650-C47F8BE25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23593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0894EEF-95B5-F8FE-9FBB-D5DFD413C06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6240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611547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343400"/>
            <a:ext cx="4019522" cy="115993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E0CE544-3552-FE00-5B00-942E522A2A5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38862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1600" y="4343400"/>
            <a:ext cx="6400800" cy="115993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A994DB4-9653-4FD4-8A14-5DAFB68B0E92}" type="datetime1">
              <a:rPr lang="en-US" smtClean="0"/>
              <a:t>4/26/2026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114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3886200"/>
            <a:ext cx="3044954" cy="2245126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7200" y="3886200"/>
            <a:ext cx="7315199" cy="224512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BECFC22-7333-427C-A7BB-2A423772B9A0}" type="datetime1">
              <a:rPr lang="en-US" smtClean="0"/>
              <a:t>4/26/2026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66004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3044954" cy="2035724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9158" y="685800"/>
            <a:ext cx="7315199" cy="2014665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2896372"/>
            <a:ext cx="2791027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65894" y="2896372"/>
            <a:ext cx="1559379" cy="365125"/>
          </a:xfrm>
        </p:spPr>
        <p:txBody>
          <a:bodyPr>
            <a:noAutofit/>
          </a:bodyPr>
          <a:lstStyle/>
          <a:p>
            <a:fld id="{B78D85C6-8657-43F4-BE68-8F80962A5435}" type="datetime1">
              <a:rPr lang="en-US" smtClean="0"/>
              <a:t>4/26/2026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5151" y="2896372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178283B-8F20-CAA0-928D-318B857F95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414669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76729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8"/>
            <a:ext cx="5483353" cy="1388318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651760"/>
            <a:ext cx="5483352" cy="352185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B12E0E-A617-768A-7E0E-472481185B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7792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C1D70B4-629A-1A3A-D1BB-D35C3AED4BAD}"/>
              </a:ext>
            </a:extLst>
          </p:cNvPr>
          <p:cNvCxnSpPr>
            <a:cxnSpLocks/>
          </p:cNvCxnSpPr>
          <p:nvPr userDrawn="1"/>
        </p:nvCxnSpPr>
        <p:spPr>
          <a:xfrm>
            <a:off x="609600" y="236222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8F922763-A12B-44C2-4F2D-AAD3B317EC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88D44AB0-B4BD-5097-DB6C-0B96B75B1DA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59D65A6B-59CD-4A95-97A1-5003425BCE52}" type="datetime1">
              <a:rPr lang="en-US" smtClean="0"/>
              <a:t>4/26/2026</a:t>
            </a:fld>
            <a:endParaRPr lang="en-US" dirty="0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8EA9CC9C-E71E-C316-0680-F4BD6EDC87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340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9753" cy="898525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E15E62-FEF2-298A-EC8D-72D59188CB27}"/>
              </a:ext>
            </a:extLst>
          </p:cNvPr>
          <p:cNvCxnSpPr>
            <a:cxnSpLocks/>
          </p:cNvCxnSpPr>
          <p:nvPr userDrawn="1"/>
        </p:nvCxnSpPr>
        <p:spPr>
          <a:xfrm>
            <a:off x="609600" y="1905000"/>
            <a:ext cx="109728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" y="2286012"/>
            <a:ext cx="5479474" cy="298765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4892D5B-0772-8929-54F9-AA16EED38E2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5575" y="2285301"/>
            <a:ext cx="4863778" cy="388618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>
            <a:noAutofit/>
          </a:bodyPr>
          <a:lstStyle/>
          <a:p>
            <a:fld id="{AEBE612C-E459-4252-B286-C98BDF4C5E92}" type="datetime1">
              <a:rPr lang="en-US" smtClean="0"/>
              <a:t>4/26/2026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2421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9903" y="685807"/>
            <a:ext cx="5486400" cy="138830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3F8ACB4F-E132-97B5-797E-ADFB9AC8345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6658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89903" y="2650330"/>
            <a:ext cx="5486400" cy="3521854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0415657-C9CC-A8DC-C841-09A42AC901EC}"/>
              </a:ext>
            </a:extLst>
          </p:cNvPr>
          <p:cNvCxnSpPr>
            <a:cxnSpLocks/>
          </p:cNvCxnSpPr>
          <p:nvPr userDrawn="1"/>
        </p:nvCxnSpPr>
        <p:spPr>
          <a:xfrm>
            <a:off x="6089903" y="236221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D65827FC-FBF0-2A7B-2AE9-11D916DB97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6">
            <a:extLst>
              <a:ext uri="{FF2B5EF4-FFF2-40B4-BE49-F238E27FC236}">
                <a16:creationId xmlns:a16="http://schemas.microsoft.com/office/drawing/2014/main" id="{7D3F37AD-0904-9EC0-EFEE-899B457A453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D8568ADA-B78D-4076-A9DF-6C8E04B71243}" type="datetime1">
              <a:rPr lang="en-US" smtClean="0"/>
              <a:t>4/26/2026</a:t>
            </a:fld>
            <a:endParaRPr lang="en-US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655EC9E8-1A84-6C33-ADB3-D40020F509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58293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64763" cy="1426798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5580E71-5349-7975-EE00-1D48FBB4552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99" y="2514600"/>
            <a:ext cx="4564763" cy="363659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90060" y="685800"/>
            <a:ext cx="5792341" cy="5465398"/>
          </a:xfrm>
        </p:spPr>
        <p:txBody>
          <a:bodyPr anchor="b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E3ED234F-BBE0-48A3-AC31-D10A1F3BC187}" type="datetime1">
              <a:rPr lang="en-US" smtClean="0"/>
              <a:t>4/26/2026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6221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89110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EC4665C-5805-BDA9-0EA4-387D86C88AB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647" y="2057400"/>
            <a:ext cx="2740153" cy="409150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1" y="2057400"/>
            <a:ext cx="7766302" cy="409150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A0D3809-2B53-482D-AD1B-8B09C4B2656C}" type="datetime1">
              <a:rPr lang="en-US" smtClean="0"/>
              <a:t>4/26/2026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01948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1DA757D-A9AE-985A-6EEE-C02E46D45DC9}"/>
              </a:ext>
            </a:extLst>
          </p:cNvPr>
          <p:cNvSpPr/>
          <p:nvPr/>
        </p:nvSpPr>
        <p:spPr>
          <a:xfrm>
            <a:off x="11250895" y="43434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71E517F-7D77-FEA1-94A2-D8522A1BF181}"/>
              </a:ext>
            </a:extLst>
          </p:cNvPr>
          <p:cNvSpPr/>
          <p:nvPr/>
        </p:nvSpPr>
        <p:spPr>
          <a:xfrm>
            <a:off x="685800" y="46938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2EAE4C-19D0-A0E4-1FDC-967BD2694E6F}"/>
              </a:ext>
            </a:extLst>
          </p:cNvPr>
          <p:cNvSpPr/>
          <p:nvPr/>
        </p:nvSpPr>
        <p:spPr>
          <a:xfrm>
            <a:off x="10998565" y="44258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E35C93-E0FF-6186-7502-985D78DA9B28}"/>
              </a:ext>
            </a:extLst>
          </p:cNvPr>
          <p:cNvSpPr/>
          <p:nvPr/>
        </p:nvSpPr>
        <p:spPr>
          <a:xfrm>
            <a:off x="10976145" y="44258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D4E889F8-D8CB-1564-17A8-26A2F4258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02546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3B51AE5-91E2-069A-7DF2-EB394DA25E2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 algn="l"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154F04C1-B149-48D4-90B8-E64820B32F59}" type="datetime1">
              <a:rPr lang="en-US" smtClean="0"/>
              <a:t>4/26/2026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1203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E73F6F-B481-328B-CE64-8485DC66B8EA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7D968F-BFC6-694E-9A7C-A113E7DEBF65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77A14AD-A403-0816-9FED-F4E7BB405B17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5DE6E3-5C5B-04A2-6D84-63D852F6062A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6D258FD5-5B6B-DBB1-0F00-D02C71197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859867"/>
            <a:ext cx="9144000" cy="10972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196BB08E-5668-89FF-C0AE-D8A83C783F7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600199"/>
            <a:ext cx="9171115" cy="3259668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1AED7B4-8DB4-40B0-90CF-49D3708442C0}" type="datetime1">
              <a:rPr lang="en-US" smtClean="0"/>
              <a:t>4/26/2026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743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132C402C-8B4C-3690-6875-FE157681B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25780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C80DC0CF-9044-3D55-7D8F-4CD97232E3E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F861E720-2EA4-4832-8DC2-DC3D2BDBB07C}" type="datetime1">
              <a:rPr lang="en-US" smtClean="0"/>
              <a:t>4/26/2026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B480B90-B64C-0559-ACB2-7DBB57135C77}"/>
              </a:ext>
            </a:extLst>
          </p:cNvPr>
          <p:cNvSpPr/>
          <p:nvPr/>
        </p:nvSpPr>
        <p:spPr>
          <a:xfrm>
            <a:off x="11250895" y="456206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D2E866D-D29F-1CC5-14B2-BB24F10745FE}"/>
              </a:ext>
            </a:extLst>
          </p:cNvPr>
          <p:cNvSpPr/>
          <p:nvPr/>
        </p:nvSpPr>
        <p:spPr>
          <a:xfrm>
            <a:off x="685800" y="491255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A0DC7F-E416-CA3E-E389-945D5FA32CC9}"/>
              </a:ext>
            </a:extLst>
          </p:cNvPr>
          <p:cNvSpPr/>
          <p:nvPr/>
        </p:nvSpPr>
        <p:spPr>
          <a:xfrm>
            <a:off x="10998565" y="464449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2D9CC5C-2252-AB09-49B5-FD1BE0E74E30}"/>
              </a:ext>
            </a:extLst>
          </p:cNvPr>
          <p:cNvSpPr/>
          <p:nvPr/>
        </p:nvSpPr>
        <p:spPr>
          <a:xfrm>
            <a:off x="10976145" y="464449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051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2479" y="685800"/>
            <a:ext cx="9140953" cy="2699775"/>
          </a:xfrm>
        </p:spPr>
        <p:txBody>
          <a:bodyPr anchor="t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BF01E07-9F97-42AE-9FE9-3EAD856BDB2A}" type="datetime1">
              <a:rPr lang="en-US" smtClean="0"/>
              <a:t>4/26/2026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E594965-EF4A-40C0-FED1-CF5564CED970}"/>
              </a:ext>
            </a:extLst>
          </p:cNvPr>
          <p:cNvSpPr/>
          <p:nvPr/>
        </p:nvSpPr>
        <p:spPr>
          <a:xfrm>
            <a:off x="11250895" y="456206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9DE90F9-432C-AEEC-88D5-177A0E299391}"/>
              </a:ext>
            </a:extLst>
          </p:cNvPr>
          <p:cNvSpPr/>
          <p:nvPr/>
        </p:nvSpPr>
        <p:spPr>
          <a:xfrm>
            <a:off x="685800" y="491255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8ECD3CD-C697-A46B-71F2-D64BD77C395C}"/>
              </a:ext>
            </a:extLst>
          </p:cNvPr>
          <p:cNvSpPr/>
          <p:nvPr/>
        </p:nvSpPr>
        <p:spPr>
          <a:xfrm>
            <a:off x="10998565" y="464449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46793A7-6512-567E-DAFF-BB4A63B89DC3}"/>
              </a:ext>
            </a:extLst>
          </p:cNvPr>
          <p:cNvSpPr/>
          <p:nvPr/>
        </p:nvSpPr>
        <p:spPr>
          <a:xfrm>
            <a:off x="10976145" y="464449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66A0D5A-6B2D-15B8-4FC0-30535DF01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17991821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D86F34B-87C2-AC58-5483-78C0E5DB477C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B6B59A7-7C3C-7431-CC9A-51EFBA257959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2D0661-BB9A-E751-A4EB-2C95BF96A560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09A5AB9-86E5-2BD1-8EFC-49C204619282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1600200"/>
            <a:ext cx="10055353" cy="3657601"/>
          </a:xfrm>
        </p:spPr>
        <p:txBody>
          <a:bodyPr anchor="b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34B2334-B27F-4DA0-8A92-599603070D6B}" type="datetime1">
              <a:rPr lang="en-US" smtClean="0"/>
              <a:t>4/26/2026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5">
            <a:extLst>
              <a:ext uri="{FF2B5EF4-FFF2-40B4-BE49-F238E27FC236}">
                <a16:creationId xmlns:a16="http://schemas.microsoft.com/office/drawing/2014/main" id="{A4A8879E-F637-BA38-C325-517B59E125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1602196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0ED10B2-4172-93C9-B408-242DDBA504A8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F4AA95-C597-81F0-35EA-96B5BA7A12BB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37871-D86F-9BA6-1D96-9B3392C2F247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B203EFA-FE43-9B63-5768-4A3FD1509639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868680"/>
            <a:ext cx="9140952" cy="3660746"/>
          </a:xfrm>
        </p:spPr>
        <p:txBody>
          <a:bodyPr anchor="ctr">
            <a:noAutofit/>
          </a:bodyPr>
          <a:lstStyle>
            <a:lvl1pPr marL="164592" indent="-164592">
              <a:lnSpc>
                <a:spcPct val="11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9B8D85F-DE7D-4C09-9BDD-03377313F809}" type="datetime1">
              <a:rPr lang="en-US" smtClean="0"/>
              <a:t>4/26/2026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259B8E5-883A-B6CE-4C6C-F6F48B038C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4617720"/>
            <a:ext cx="9140951" cy="788609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2918804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FA77448-F1DA-CAC1-9B05-8F5CE6558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1878566"/>
            <a:ext cx="5074920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7572" y="1878566"/>
            <a:ext cx="5075556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514600"/>
            <a:ext cx="5075238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97572" y="2514600"/>
            <a:ext cx="5075556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D150565-788C-402B-B078-3F96B9A231B8}" type="datetime1">
              <a:rPr lang="en-US" smtClean="0"/>
              <a:t>4/26/2026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35362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F5184-1DAA-DFF4-A408-3D5DD1517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D7B20C69-CB4E-44F7-A408-67C55627795C}" type="datetime1">
              <a:rPr lang="en-US" smtClean="0"/>
              <a:t>4/26/2026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5250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A9EA653-B766-E096-036C-1C173E299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1845593-CC30-27D6-3F82-E2BA784C4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1" y="685800"/>
            <a:ext cx="6699502" cy="54864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72A1522-8F1E-408E-ABA2-6F5B206582B8}" type="datetime1">
              <a:rPr lang="en-US" smtClean="0"/>
              <a:t>4/26/2026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65434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872039" y="685800"/>
            <a:ext cx="6699502" cy="544263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3E19A776-5AE6-4251-8560-C6066D0B46D6}" type="datetime1">
              <a:rPr lang="en-US" smtClean="0"/>
              <a:t>4/26/2026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883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29814657-813A-4D7B-A2F8-E573BA1645D3}" type="datetime1">
              <a:rPr lang="en-US" smtClean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8102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29" r:id="rId1"/>
    <p:sldLayoutId id="2147484230" r:id="rId2"/>
    <p:sldLayoutId id="2147484231" r:id="rId3"/>
    <p:sldLayoutId id="2147484232" r:id="rId4"/>
    <p:sldLayoutId id="2147484233" r:id="rId5"/>
    <p:sldLayoutId id="2147484234" r:id="rId6"/>
    <p:sldLayoutId id="2147484235" r:id="rId7"/>
    <p:sldLayoutId id="2147484236" r:id="rId8"/>
    <p:sldLayoutId id="2147484237" r:id="rId9"/>
    <p:sldLayoutId id="2147484238" r:id="rId10"/>
    <p:sldLayoutId id="2147484239" r:id="rId11"/>
    <p:sldLayoutId id="2147484240" r:id="rId12"/>
    <p:sldLayoutId id="2147484114" r:id="rId13"/>
    <p:sldLayoutId id="2147484116" r:id="rId14"/>
    <p:sldLayoutId id="2147484117" r:id="rId15"/>
    <p:sldLayoutId id="2147484118" r:id="rId16"/>
    <p:sldLayoutId id="2147484120" r:id="rId17"/>
    <p:sldLayoutId id="2147484121" r:id="rId18"/>
    <p:sldLayoutId id="2147484124" r:id="rId19"/>
    <p:sldLayoutId id="2147484125" r:id="rId20"/>
    <p:sldLayoutId id="2147484126" r:id="rId21"/>
    <p:sldLayoutId id="2147484129" r:id="rId22"/>
    <p:sldLayoutId id="2147484132" r:id="rId23"/>
    <p:sldLayoutId id="2147484133" r:id="rId24"/>
    <p:sldLayoutId id="2147484135" r:id="rId25"/>
    <p:sldLayoutId id="2147484136" r:id="rId26"/>
    <p:sldLayoutId id="2147484138" r:id="rId27"/>
    <p:sldLayoutId id="2147484139" r:id="rId28"/>
    <p:sldLayoutId id="2147484140" r:id="rId29"/>
    <p:sldLayoutId id="2147484141" r:id="rId30"/>
    <p:sldLayoutId id="2147484142" r:id="rId31"/>
    <p:sldLayoutId id="2147484143" r:id="rId32"/>
    <p:sldLayoutId id="2147484144" r:id="rId33"/>
    <p:sldLayoutId id="2147484145" r:id="rId34"/>
    <p:sldLayoutId id="2147484146" r:id="rId35"/>
    <p:sldLayoutId id="2147484147" r:id="rId36"/>
    <p:sldLayoutId id="2147484148" r:id="rId37"/>
    <p:sldLayoutId id="2147484149" r:id="rId38"/>
    <p:sldLayoutId id="2147484150" r:id="rId39"/>
    <p:sldLayoutId id="2147484152" r:id="rId40"/>
    <p:sldLayoutId id="2147484158" r:id="rId41"/>
    <p:sldLayoutId id="2147484159" r:id="rId42"/>
    <p:sldLayoutId id="2147484160" r:id="rId43"/>
    <p:sldLayoutId id="2147484162" r:id="rId44"/>
    <p:sldLayoutId id="2147484163" r:id="rId45"/>
    <p:sldLayoutId id="2147484165" r:id="rId46"/>
    <p:sldLayoutId id="2147484166" r:id="rId47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FF4B6-3F85-6E67-ED81-212443682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0CBC46-76F5-CB3F-9BF0-DE7BBD3C66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473" y="1981200"/>
            <a:ext cx="10591800" cy="1981200"/>
          </a:xfrm>
        </p:spPr>
        <p:txBody>
          <a:bodyPr>
            <a:noAutofit/>
          </a:bodyPr>
          <a:lstStyle/>
          <a:p>
            <a:pPr algn="ctr"/>
            <a:r>
              <a:rPr lang="en-US" sz="5400" dirty="0"/>
              <a:t>Student Performance Analysis Using Machine Learning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5CA5C5AD-7278-E875-15B7-835123AC22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Nasser Hasan Padilla</a:t>
            </a:r>
            <a:br>
              <a:rPr lang="en-US" dirty="0"/>
            </a:br>
            <a:r>
              <a:rPr lang="en-US" dirty="0"/>
              <a:t>Advanced Big Data and Data Mining (MSCS-634-B01)</a:t>
            </a:r>
            <a:br>
              <a:rPr lang="en-US" dirty="0"/>
            </a:br>
            <a:r>
              <a:rPr lang="en-US" dirty="0"/>
              <a:t>April 2026</a:t>
            </a:r>
          </a:p>
        </p:txBody>
      </p:sp>
    </p:spTree>
    <p:extLst>
      <p:ext uri="{BB962C8B-B14F-4D97-AF65-F5344CB8AC3E}">
        <p14:creationId xmlns:p14="http://schemas.microsoft.com/office/powerpoint/2010/main" val="2812452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B6AC8-9634-2FA6-FBEE-219FD8A4E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&amp;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FED84-0C3E-E9CA-E6E9-366C8CEF59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Problem:</a:t>
            </a:r>
          </a:p>
          <a:p>
            <a:r>
              <a:rPr lang="en-US" dirty="0"/>
              <a:t>- Understand student performance</a:t>
            </a:r>
          </a:p>
          <a:p>
            <a:r>
              <a:rPr lang="en-US" dirty="0"/>
              <a:t>- Predict academic outcomes</a:t>
            </a:r>
          </a:p>
          <a:p>
            <a:r>
              <a:rPr lang="en-US" dirty="0"/>
              <a:t>Dataset:</a:t>
            </a:r>
          </a:p>
          <a:p>
            <a:r>
              <a:rPr lang="en-US" dirty="0"/>
              <a:t>- UCI Student Performance Dataset</a:t>
            </a:r>
          </a:p>
          <a:p>
            <a:r>
              <a:rPr lang="en-US" dirty="0"/>
              <a:t>- Demographic, behavioral, and academic features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CB2431-2D61-C17E-63C1-75532A9CAC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0004" y="2438400"/>
            <a:ext cx="2924196" cy="2305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120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84C35-FBC3-075A-1EFA-729D0A7D9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Exploratory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62D8A-8B49-E8AE-23E3-9589C2E4A7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905000"/>
            <a:ext cx="9720073" cy="4023360"/>
          </a:xfrm>
        </p:spPr>
        <p:txBody>
          <a:bodyPr/>
          <a:lstStyle/>
          <a:p>
            <a:r>
              <a:rPr lang="en-US" dirty="0"/>
              <a:t>Key Insights:</a:t>
            </a:r>
          </a:p>
          <a:p>
            <a:br>
              <a:rPr lang="en-US" dirty="0"/>
            </a:br>
            <a:r>
              <a:rPr lang="en-US" dirty="0"/>
              <a:t>- Strong correlation: G1, G2 → G3</a:t>
            </a:r>
          </a:p>
          <a:p>
            <a:br>
              <a:rPr lang="en-US" dirty="0"/>
            </a:br>
            <a:r>
              <a:rPr lang="en-US" dirty="0"/>
              <a:t>- Study time improves performance</a:t>
            </a:r>
          </a:p>
          <a:p>
            <a:br>
              <a:rPr lang="en-US" dirty="0"/>
            </a:br>
            <a:r>
              <a:rPr lang="en-US" dirty="0"/>
              <a:t>- Absences negatively impact grades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4EF2BC-40AD-BC5E-F264-52D609CCEB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249" y="1752600"/>
            <a:ext cx="5335349" cy="472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972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633DC-108D-2E61-378D-DCD38E84B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 Modeling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1AAD7E-EF36-4DAD-362A-A2BB0CE5AC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Models:</a:t>
            </a:r>
            <a:br>
              <a:rPr lang="en-US" dirty="0"/>
            </a:br>
            <a:r>
              <a:rPr lang="en-US" dirty="0"/>
              <a:t>- Linear Regression</a:t>
            </a:r>
            <a:br>
              <a:rPr lang="en-US" dirty="0"/>
            </a:br>
            <a:r>
              <a:rPr lang="en-US" dirty="0"/>
              <a:t>- Ridge Regression</a:t>
            </a:r>
            <a:br>
              <a:rPr lang="en-US" dirty="0"/>
            </a:br>
            <a:br>
              <a:rPr lang="en-US" dirty="0"/>
            </a:br>
            <a:r>
              <a:rPr lang="en-US" dirty="0"/>
              <a:t>Evaluation:</a:t>
            </a:r>
            <a:br>
              <a:rPr lang="en-US" dirty="0"/>
            </a:br>
            <a:r>
              <a:rPr lang="en-US" dirty="0"/>
              <a:t>- R² Score</a:t>
            </a:r>
            <a:br>
              <a:rPr lang="en-US" dirty="0"/>
            </a:br>
            <a:r>
              <a:rPr lang="en-US" dirty="0"/>
              <a:t>- Mean Squared Error</a:t>
            </a:r>
            <a:br>
              <a:rPr lang="en-US" dirty="0"/>
            </a:br>
            <a:br>
              <a:rPr lang="en-US" dirty="0"/>
            </a:br>
            <a:r>
              <a:rPr lang="en-US" dirty="0"/>
              <a:t>Result:</a:t>
            </a:r>
            <a:br>
              <a:rPr lang="en-US" dirty="0"/>
            </a:br>
            <a:r>
              <a:rPr lang="en-US" dirty="0"/>
              <a:t>- Ridge performed slightly better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20FABD-380E-0F07-4EAB-7736726B859C}"/>
              </a:ext>
            </a:extLst>
          </p:cNvPr>
          <p:cNvSpPr txBox="1"/>
          <p:nvPr/>
        </p:nvSpPr>
        <p:spPr>
          <a:xfrm>
            <a:off x="6934200" y="4297680"/>
            <a:ext cx="4863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Results:- R² Score: 0.82- Mean Squared Error: 1.31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2D4F61-62ED-6175-95BF-5119C90208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5955" y="2084832"/>
            <a:ext cx="3760065" cy="1888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312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1FD3F-399E-A5AE-05E4-9E7DB23C1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Modeling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6D7122-B1A5-B339-8B43-35DE4DBDF4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Models:</a:t>
            </a:r>
            <a:br>
              <a:rPr lang="en-US" dirty="0"/>
            </a:br>
            <a:r>
              <a:rPr lang="en-US" dirty="0"/>
              <a:t>- Decision Tree</a:t>
            </a:r>
            <a:br>
              <a:rPr lang="en-US" dirty="0"/>
            </a:br>
            <a:r>
              <a:rPr lang="en-US" dirty="0"/>
              <a:t>- K-Nearest Neighbors (KNN)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Accuracy:</a:t>
            </a:r>
            <a:br>
              <a:rPr lang="en-US" dirty="0"/>
            </a:br>
            <a:r>
              <a:rPr lang="en-US" dirty="0"/>
              <a:t>- ~83%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Approach:</a:t>
            </a:r>
            <a:br>
              <a:rPr lang="en-US" dirty="0"/>
            </a:br>
            <a:r>
              <a:rPr lang="en-US" dirty="0"/>
              <a:t>- Train-test split to avoid overfitting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53EC0D-DFEC-B762-D62B-8C0900A661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981200"/>
            <a:ext cx="4756007" cy="3556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819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83786-69B0-4E81-4533-784EAA92E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 &amp; 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D34B81-8B38-EC36-0979-07E9A8316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Clustering:</a:t>
            </a:r>
            <a:br>
              <a:rPr lang="en-US" dirty="0"/>
            </a:br>
            <a:r>
              <a:rPr lang="en-US" dirty="0"/>
              <a:t>- K-Means → student groups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Association Rules:</a:t>
            </a:r>
            <a:br>
              <a:rPr lang="en-US" dirty="0"/>
            </a:br>
            <a:r>
              <a:rPr lang="en-US" dirty="0"/>
              <a:t>- Behavioral patterns identified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Insight:</a:t>
            </a:r>
            <a:br>
              <a:rPr lang="en-US" dirty="0"/>
            </a:br>
            <a:r>
              <a:rPr lang="en-US" dirty="0"/>
              <a:t>- Low study time + high absences → lower performance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BCAE4A-9835-41AF-454E-63A33C3E71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706118"/>
            <a:ext cx="3986484" cy="3113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104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DDBBC-5A72-1200-F372-C4A049E9D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4B3226-FFF1-CF18-8601-6F6FAF4FA7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Recommendations:</a:t>
            </a:r>
          </a:p>
          <a:p>
            <a:br>
              <a:rPr lang="en-US" dirty="0"/>
            </a:br>
            <a:r>
              <a:rPr lang="en-US" dirty="0"/>
              <a:t>- Monitor early grades</a:t>
            </a:r>
          </a:p>
          <a:p>
            <a:br>
              <a:rPr lang="en-US" dirty="0"/>
            </a:br>
            <a:r>
              <a:rPr lang="en-US" dirty="0"/>
              <a:t>- Encourage study habits</a:t>
            </a:r>
          </a:p>
          <a:p>
            <a:br>
              <a:rPr lang="en-US" dirty="0"/>
            </a:br>
            <a:r>
              <a:rPr lang="en-US" dirty="0"/>
              <a:t>- Reduce absences</a:t>
            </a:r>
          </a:p>
          <a:p>
            <a:br>
              <a:rPr lang="en-US" dirty="0"/>
            </a:br>
            <a:r>
              <a:rPr lang="en-US" dirty="0"/>
              <a:t>- Identify at-risk students early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5E0BDA-2D8E-FD31-690F-E7792BE14A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084832"/>
            <a:ext cx="3529130" cy="344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85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39850-503A-ACED-C179-3A54C50B9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6C5D2-9A2C-F7A0-1407-52514BABAF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Conclusion:</a:t>
            </a:r>
          </a:p>
          <a:p>
            <a:br>
              <a:rPr lang="en-US" dirty="0"/>
            </a:br>
            <a:r>
              <a:rPr lang="en-US" dirty="0"/>
              <a:t>- ML helps analyze student performance</a:t>
            </a:r>
          </a:p>
          <a:p>
            <a:br>
              <a:rPr lang="en-US" dirty="0"/>
            </a:br>
            <a:r>
              <a:rPr lang="en-US" dirty="0"/>
              <a:t>- Models provide actionable insights</a:t>
            </a:r>
          </a:p>
          <a:p>
            <a:br>
              <a:rPr lang="en-US" dirty="0"/>
            </a:br>
            <a:r>
              <a:rPr lang="en-US" dirty="0"/>
              <a:t>- Future: larger datasets, advanced models</a:t>
            </a:r>
          </a:p>
        </p:txBody>
      </p:sp>
    </p:spTree>
    <p:extLst>
      <p:ext uri="{BB962C8B-B14F-4D97-AF65-F5344CB8AC3E}">
        <p14:creationId xmlns:p14="http://schemas.microsoft.com/office/powerpoint/2010/main" val="211199366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DE0AE46-2EED-447A-8B24-DFD65B70D4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C3B381C-6232-408C-B65A-8475398E4C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EA42C18-4C38-43BB-8CE3-C963EDA9CBB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64</TotalTime>
  <Words>244</Words>
  <Application>Microsoft Office PowerPoint</Application>
  <PresentationFormat>Widescreen</PresentationFormat>
  <Paragraphs>33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Tw Cen MT</vt:lpstr>
      <vt:lpstr>Tw Cen MT Condensed</vt:lpstr>
      <vt:lpstr>Wingdings 3</vt:lpstr>
      <vt:lpstr>Integral</vt:lpstr>
      <vt:lpstr>Student Performance Analysis Using Machine Learning</vt:lpstr>
      <vt:lpstr>Problem &amp; Dataset</vt:lpstr>
      <vt:lpstr>Exploratory Data Analysis</vt:lpstr>
      <vt:lpstr>Regression Modeling</vt:lpstr>
      <vt:lpstr>Classification Modeling</vt:lpstr>
      <vt:lpstr>Clustering &amp; Patterns</vt:lpstr>
      <vt:lpstr>Recommendations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Nasser Padilla</dc:creator>
  <cp:lastModifiedBy>Nasser Padilla</cp:lastModifiedBy>
  <cp:revision>2</cp:revision>
  <dcterms:created xsi:type="dcterms:W3CDTF">2026-04-26T16:21:42Z</dcterms:created>
  <dcterms:modified xsi:type="dcterms:W3CDTF">2026-04-26T17:32:41Z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